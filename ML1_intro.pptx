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57169E-7CD6-48FA-801E-814E4BC487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F5C9F4-6BCA-41D0-808B-750D44E3CD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E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C568F3A-66F1-4872-A2BC-C448DBE0BA3A}" type="slidenum">
              <a:rPr b="0" lang="es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Machine Learning con Python: De los Datos a la Decisión Estratégica.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Cómo dejar de mirar el pasado y empezar a predecir el futuro.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"Contrato" del Curso (Objetivos)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vamos a: Ser matemáticos ni ingenieros de software.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a: Ser analistas que usan la IA para mejorar la rentabilidad de una empresa.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Meta final: Que al terminar, sepas elegir qué modelo usar para un problema de negocio y cómo explicar los resultados a un director.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Estructura del Módulo (El Mapa)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Bloque I: Fundamentos y Datos (Sesiones 1-2).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Bloque II: Predicción de Ventas y Demanda (Sesiones 3-5).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Bloque III: Gestión de Clientes y Riesgos (Sesiones 6-8).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Bloque IV: El Futuro: Deep Learning e IA Generativa (Sesiones 9-11).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Sesión 12: Proyecto Final.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Eficiencia vs. Eficacia (Conceptos Clave)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Eficiencia: Hacer las cosas rápido y con pocos recursos (ej. un modelo sencillo que corre en segundos).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Eficacia: Acertar en el resultado (ej. predecir exactamente quién se va a dar de baja)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¿Vale la pena gastar 10.000€ más en tecnología para mejorar la precisión solo un 1%?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ML vs. Estadística Descriptiva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Descriptiva: "¿Cuánto vendimos el mes pasado?" (Espejo retrovisor).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Machine Learning: "¿Cuánto venderemos el mes que viene si subimos el precio un 5%?" (Luces largas).</a:t>
            </a:r>
            <a:endParaRPr b="0" lang="es-E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2026-01-20T19:51:15Z</dcterms:created>
  <dc:creator/>
  <dc:description/>
  <dc:language>es-ES</dc:language>
  <cp:lastModifiedBy/>
  <dcterms:modified xsi:type="dcterms:W3CDTF">2026-01-20T20:00:58Z</dcterms:modified>
  <cp:revision>1</cp:revision>
  <dc:subject/>
  <dc:title/>
</cp:coreProperties>
</file>