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3" r:id="rId2"/>
    <p:sldId id="272" r:id="rId3"/>
    <p:sldId id="260" r:id="rId4"/>
    <p:sldId id="274" r:id="rId5"/>
    <p:sldId id="257" r:id="rId6"/>
    <p:sldId id="264" r:id="rId7"/>
    <p:sldId id="277" r:id="rId8"/>
    <p:sldId id="278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Israel Frómeta Moya" userId="c052a6ac-43e4-46a5-8022-29e14e3130c1" providerId="ADAL" clId="{5187F8DD-3505-4397-A500-5C4E13C2B2BC}"/>
    <pc:docChg chg="undo custSel addSld delSld modSld modMainMaster">
      <pc:chgData name="Jorge Israel Frómeta Moya" userId="c052a6ac-43e4-46a5-8022-29e14e3130c1" providerId="ADAL" clId="{5187F8DD-3505-4397-A500-5C4E13C2B2BC}" dt="2026-01-19T07:48:18.665" v="782" actId="6549"/>
      <pc:docMkLst>
        <pc:docMk/>
      </pc:docMkLst>
      <pc:sldChg chg="modSp mod">
        <pc:chgData name="Jorge Israel Frómeta Moya" userId="c052a6ac-43e4-46a5-8022-29e14e3130c1" providerId="ADAL" clId="{5187F8DD-3505-4397-A500-5C4E13C2B2BC}" dt="2026-01-19T07:48:18.665" v="782" actId="6549"/>
        <pc:sldMkLst>
          <pc:docMk/>
          <pc:sldMk cId="4151812479" sldId="271"/>
        </pc:sldMkLst>
        <pc:spChg chg="mod">
          <ac:chgData name="Jorge Israel Frómeta Moya" userId="c052a6ac-43e4-46a5-8022-29e14e3130c1" providerId="ADAL" clId="{5187F8DD-3505-4397-A500-5C4E13C2B2BC}" dt="2026-01-19T07:48:18.665" v="782" actId="6549"/>
          <ac:spMkLst>
            <pc:docMk/>
            <pc:sldMk cId="4151812479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436C5-5EA3-48AA-8108-4C26E2A1C4C9}" type="datetimeFigureOut">
              <a:rPr lang="es-ES" smtClean="0"/>
              <a:t>25/01/2026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5912D-18CC-4087-9F3B-C478CA6AB0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31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2519-792E-C2D5-342F-251E8D0B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70291-5514-7C91-1ED3-1AEFE54FE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D4810-0F87-9371-305B-5F8464B9E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6CA3-0834-397C-BC55-31D983030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5777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52E6-8BA0-EEA3-0819-A281C697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7780E-4C99-5D96-FBD4-4CF745F69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B5D9A-C1E7-F0BC-D857-FA17ADCB2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9DC3-D4C9-A149-3113-A8FA255DE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7462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E9AA-5D0A-A9B8-8B1E-2A2C77BD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D5B4B-ADD5-929A-3B30-14AE63B75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D00B5-0B73-68BE-2D85-DC7115715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A4DC7-863E-F963-CDEF-BB0A4DE06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4622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94E62-62E7-8FE2-D168-85D8CF31E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E042F-9442-5377-83DF-67572C84DC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6F9798-E49B-7FC4-B373-FF9099260F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5791C-2407-FDA3-5610-812292573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63723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5ED41-AD8E-8341-3D22-A3A50EBBC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B224B-4770-628D-9AF9-3B8D579064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82D7F-711B-B082-3DEE-1F2F484BE3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F726D-778E-3FD1-3EBD-F08136D7C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82646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6E5D-59E0-F80E-BB8E-AE290E87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950" y="2351088"/>
            <a:ext cx="797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 descr="Subtitle">
            <a:extLst>
              <a:ext uri="{FF2B5EF4-FFF2-40B4-BE49-F238E27FC236}">
                <a16:creationId xmlns:a16="http://schemas.microsoft.com/office/drawing/2014/main" id="{7EE484EA-9645-F266-0500-575267044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4933950"/>
            <a:ext cx="7975600" cy="8096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AA5B2-E554-2839-038A-EEDFB0C48F22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6D9865-FC25-A183-7BA4-D5E2F173E81B}"/>
              </a:ext>
            </a:extLst>
          </p:cNvPr>
          <p:cNvGrpSpPr/>
          <p:nvPr userDrawn="1"/>
        </p:nvGrpSpPr>
        <p:grpSpPr>
          <a:xfrm>
            <a:off x="10572749" y="-566886"/>
            <a:ext cx="2143126" cy="2165350"/>
            <a:chOff x="6648449" y="514350"/>
            <a:chExt cx="2143126" cy="2165350"/>
          </a:xfrm>
        </p:grpSpPr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7B6863FD-4F17-9CB3-E6BC-B780D71CFB0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156CD350-1534-C3FB-03E6-3B933F9137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857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3642-A370-1BCE-70B0-22214699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984750" cy="7942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12CA0-5178-7BF3-A770-795A1C723A2C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2D091-0BAC-1444-CCB2-FF4AB89A2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36700"/>
            <a:ext cx="4984750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13788-D2DD-E241-C456-6D47A325D07F}"/>
              </a:ext>
            </a:extLst>
          </p:cNvPr>
          <p:cNvSpPr/>
          <p:nvPr userDrawn="1"/>
        </p:nvSpPr>
        <p:spPr>
          <a:xfrm>
            <a:off x="6978650" y="365126"/>
            <a:ext cx="4984750" cy="5743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B431D2C-6ADD-EB60-3990-65867C375B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00" y="495300"/>
            <a:ext cx="4984750" cy="37084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BC3D5980-FC1E-3497-3CD1-09E2CF3EEB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0598" y="4419600"/>
            <a:ext cx="46101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25474CE-D856-27E1-2CBD-3422E126F1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60598" y="5054600"/>
            <a:ext cx="4610100" cy="8318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143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5D73-C40B-427E-5CDA-D7363232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5762431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23C3E-0FDE-578B-08B4-243B2B674BE4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E28EF1-A0EC-08F2-F237-CC44222C7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0300" y="1536700"/>
            <a:ext cx="5762431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3D6C0-2C41-7D7E-EDCF-DCF9DE93A36E}"/>
              </a:ext>
            </a:extLst>
          </p:cNvPr>
          <p:cNvSpPr/>
          <p:nvPr userDrawn="1"/>
        </p:nvSpPr>
        <p:spPr>
          <a:xfrm>
            <a:off x="1090256" y="531846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BFC69B2C-76C6-363B-6C07-7F859D1EB644}"/>
              </a:ext>
            </a:extLst>
          </p:cNvPr>
          <p:cNvSpPr/>
          <p:nvPr userDrawn="1"/>
        </p:nvSpPr>
        <p:spPr>
          <a:xfrm rot="16200000" flipH="1">
            <a:off x="777681" y="699796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B886F3-64F2-8CFF-E423-C8C050B23E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6309" y="1308424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AADCDCC-6EDD-0261-A986-70CC24D72F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5097431"/>
            <a:ext cx="42070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5C91FD1-4585-5CA5-7A59-2C5279EB0A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5732431"/>
            <a:ext cx="4207070" cy="8318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61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C8EB7064-F943-8CA5-A4C4-3CB7CFE9632B}"/>
              </a:ext>
            </a:extLst>
          </p:cNvPr>
          <p:cNvSpPr/>
          <p:nvPr userDrawn="1"/>
        </p:nvSpPr>
        <p:spPr>
          <a:xfrm rot="16200000" flipH="1">
            <a:off x="3828143" y="-1292678"/>
            <a:ext cx="4544008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60D0D-4B25-61B8-FA50-48CCC022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DDCC854-DD4D-BD36-BAE1-92AD2FF54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5550" y="1821608"/>
            <a:ext cx="2990850" cy="2990850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D1B015D1-887F-E1B1-1713-8FF8AC1F30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4908680"/>
            <a:ext cx="29908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7EE93F-E1E9-43B8-8B33-BD3FE177B6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5459702"/>
            <a:ext cx="2990850" cy="8318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7A4377B-4685-F84C-EBD5-ECD51EB7B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3351" y="1821608"/>
            <a:ext cx="5753100" cy="3935380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068D9-F725-C868-23CD-5E0EB9B04205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46E3A76-790A-6DD6-9F28-58DC467F71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FA733198-BDB6-9E9A-0DAA-EF5138C5749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486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26B974-49E9-5879-B05A-0B376C8CDE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AB935-BC23-0935-73B7-5874ECAF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4EC47CF0-8E35-CF3C-6435-C634499094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86B57E-1D53-C478-56B9-9E354E3229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170DFBE9-B5A3-9CF7-477B-0D28BC3E5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D6A99B4-D95A-DB77-1A49-8DEE56E9F0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DC3326-2256-9607-6D41-112AD78FDC27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F31021B5-4208-CC49-D768-A1337FC6CD4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BC00E0E0-5229-1218-BB00-777FB3A9FEE6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30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8BA7A1-D382-3434-0923-F179A76A33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F8B0B38-D820-E54B-91A6-BC6CC6A233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33115E-AA6E-A8E7-A7EC-A2F43C3EF0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89FB252F-C634-5A39-4F04-213C839468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47C7DBC-D840-BE9D-1694-B0C6DC73B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ABB22-1855-AC4F-7303-F127D0B0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3FF1D10-9666-0D0D-6AC5-FC6B2922C4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6280" y="1375231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3A973D6-0D66-A45D-B2B4-6DC8F7F584C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0300" y="1375230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86C1FF-82FA-9791-E5A9-37EEC5AEA1ED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5B19525C-96E1-6C6A-39E2-5ED4844BA7A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1016A2C7-F4F4-9882-A38B-902A6E49710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1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206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3 1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A6A1F0C-4A40-1560-AB6F-E58B773C2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79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4A22113-5DD2-4FB6-AB86-8E11AA6795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57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B3EDCA15-B46D-AB26-738D-5830425794F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135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90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0B0F-41C5-1620-CF9A-11759F94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F382C-2418-422E-B998-CE19137F9D36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5D63FD9-D096-F88E-2B13-059D3EA62F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683532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4FF3F3-28C7-15BE-1FFA-F3C9E65110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2436685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20598EE9-333F-69F9-68E5-DA7F577AB9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2" y="1679711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DE2C757-EE3D-3F2B-7BC5-3E6A5483F7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2" y="2432864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5BD323-4CEA-1ACD-893D-4DAC1532D4BA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EA7A1D6-347A-E3C2-B657-F529F1448F61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FC1B6F-7355-6665-2711-610208F064B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C77A85-55F6-D8DD-0067-B326AF679658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87E9F0-D688-3F4B-CC42-35668385E0E7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E089F1-231E-410E-6F23-4FC5ABDF416C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20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96208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962086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43956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439560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0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72350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723506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722655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722655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B231FF4-4B4B-0E13-AB9C-03F1CD973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6950" y="322308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D5FC019-FADC-D900-E349-12313D7155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13350" y="3223080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2599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194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94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03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03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1DC9D843-A851-DB47-EECB-EA6607A033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011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1"/>
                </a:solidFill>
              </a:defRPr>
            </a:lvl1pPr>
            <a:lvl2pPr algn="ctr">
              <a:defRPr sz="1800" b="1">
                <a:solidFill>
                  <a:schemeClr val="tx1"/>
                </a:solidFill>
              </a:defRPr>
            </a:lvl2pPr>
            <a:lvl3pPr algn="ctr">
              <a:defRPr sz="1800" b="1">
                <a:solidFill>
                  <a:schemeClr val="tx1"/>
                </a:solidFill>
              </a:defRPr>
            </a:lvl3pPr>
            <a:lvl4pPr algn="ctr">
              <a:defRPr sz="1800" b="1">
                <a:solidFill>
                  <a:schemeClr val="tx1"/>
                </a:solidFill>
              </a:defRPr>
            </a:lvl4pPr>
            <a:lvl5pPr algn="ct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35F6F66-04CF-A73C-64E6-B8FB7D1987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11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467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4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042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133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038B53-FF71-6F87-3D83-EC20A621239F}"/>
              </a:ext>
            </a:extLst>
          </p:cNvPr>
          <p:cNvSpPr/>
          <p:nvPr userDrawn="1"/>
        </p:nvSpPr>
        <p:spPr>
          <a:xfrm>
            <a:off x="0" y="3911600"/>
            <a:ext cx="12192000" cy="294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5CFB-8503-477E-8B51-BBB0ED21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D0FFE5-34F8-8B58-8966-B7708BF30F80}"/>
              </a:ext>
            </a:extLst>
          </p:cNvPr>
          <p:cNvGrpSpPr/>
          <p:nvPr userDrawn="1"/>
        </p:nvGrpSpPr>
        <p:grpSpPr>
          <a:xfrm>
            <a:off x="10482258" y="-964960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91598A-F769-14B3-9FE6-9BA270B4C0E7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2C2BA13-2AD2-46AE-1964-6611BBF564FB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5067DE3-E185-1771-2E4F-4A956581FDF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AB742F-67CD-09EE-152D-66F21E91173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769E47-C2B2-DBDE-EE20-40CBD3998DE5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AA91AAAE-BDEC-AB0A-6CBA-9E9BBDF0DEAE}"/>
              </a:ext>
            </a:extLst>
          </p:cNvPr>
          <p:cNvSpPr/>
          <p:nvPr userDrawn="1"/>
        </p:nvSpPr>
        <p:spPr>
          <a:xfrm>
            <a:off x="996950" y="2070100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FAB44CEC-F42D-EA63-9F5F-7681F4F506A0}"/>
              </a:ext>
            </a:extLst>
          </p:cNvPr>
          <p:cNvSpPr/>
          <p:nvPr userDrawn="1"/>
        </p:nvSpPr>
        <p:spPr>
          <a:xfrm>
            <a:off x="4603750" y="2076904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B58363DC-EAD4-9285-2015-78610DE12D56}"/>
              </a:ext>
            </a:extLst>
          </p:cNvPr>
          <p:cNvSpPr/>
          <p:nvPr userDrawn="1"/>
        </p:nvSpPr>
        <p:spPr>
          <a:xfrm>
            <a:off x="8210550" y="2083708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3AC0B8F3-C7F1-DAB1-D973-81C71D00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C38700-94CA-97F5-0C89-D74751D8A4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ABDB20FB-BF11-78BA-9E9B-242DC65E1B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41875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F82317F-6859-DBED-95F4-E1848CD82B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41875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17815119-5EAC-3994-FEF1-BC97F944F2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5820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91F5D16-37E1-0630-900D-466898A03D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820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48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212FFC74-63D6-D3E6-190F-A4D32A1ABC5A}"/>
              </a:ext>
            </a:extLst>
          </p:cNvPr>
          <p:cNvSpPr/>
          <p:nvPr userDrawn="1"/>
        </p:nvSpPr>
        <p:spPr>
          <a:xfrm>
            <a:off x="920115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D940296A-FC64-DA70-8A10-A8BFBFD571E4}"/>
              </a:ext>
            </a:extLst>
          </p:cNvPr>
          <p:cNvSpPr/>
          <p:nvPr userDrawn="1"/>
        </p:nvSpPr>
        <p:spPr>
          <a:xfrm>
            <a:off x="6219825" y="3321050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BAEB504-5DB4-7A98-D4D3-244BAAA22684}"/>
              </a:ext>
            </a:extLst>
          </p:cNvPr>
          <p:cNvSpPr/>
          <p:nvPr userDrawn="1"/>
        </p:nvSpPr>
        <p:spPr>
          <a:xfrm>
            <a:off x="9201150" y="3321049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1D4A02F9-EC6F-4ED3-FC0F-43DF570BE0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011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1467097-B4F7-4F84-B77F-9E1D1BC28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011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B93AF132-7A1E-440D-0EFB-E9FABD190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975CD20-EE79-F307-3F81-DE02642B03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8BD5F31C-76C9-A81E-BBB8-7A4123C6BE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11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A5770D6-0C02-C1DE-5523-13C080DD91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011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77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13664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C4B483C-EE28-D6EE-F075-D45AB9B7D1A2}"/>
              </a:ext>
            </a:extLst>
          </p:cNvPr>
          <p:cNvSpPr/>
          <p:nvPr userDrawn="1"/>
        </p:nvSpPr>
        <p:spPr>
          <a:xfrm>
            <a:off x="6210300" y="454789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A9C8D5B5-96C9-3CC8-1991-F39A4C849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16675" y="477727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932EB53-FF64-2821-11B9-5E358AAC6C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16675" y="539878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EB3F5546-0D27-990B-DBD8-D8AA3345BA05}"/>
              </a:ext>
            </a:extLst>
          </p:cNvPr>
          <p:cNvSpPr/>
          <p:nvPr userDrawn="1"/>
        </p:nvSpPr>
        <p:spPr>
          <a:xfrm>
            <a:off x="6210300" y="2371790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2" descr="Subtitle">
            <a:extLst>
              <a:ext uri="{FF2B5EF4-FFF2-40B4-BE49-F238E27FC236}">
                <a16:creationId xmlns:a16="http://schemas.microsoft.com/office/drawing/2014/main" id="{C119266C-A9CD-0A00-61B3-BD25681CE2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2601170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3D06095-71D1-D6F9-4C5B-BB986AFEB1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3222687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221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740C-F5CC-B80D-CA55-A9E41BAB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7DF5A-60FC-CFE8-F222-32ABFD014795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43262D7-6E36-CEB0-554F-AEEACE430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4984750" cy="4758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1A614-FD51-3977-FC1D-BE6C0C4999EB}"/>
              </a:ext>
            </a:extLst>
          </p:cNvPr>
          <p:cNvSpPr/>
          <p:nvPr userDrawn="1"/>
        </p:nvSpPr>
        <p:spPr>
          <a:xfrm>
            <a:off x="7080250" y="1536700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A5891D1D-C8B6-81AD-2D3D-2A0B67506D0D}"/>
              </a:ext>
            </a:extLst>
          </p:cNvPr>
          <p:cNvSpPr/>
          <p:nvPr userDrawn="1"/>
        </p:nvSpPr>
        <p:spPr>
          <a:xfrm rot="16200000" flipH="1">
            <a:off x="6767675" y="1704650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627004C-7B12-1542-03F2-F2F64B7F65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6303" y="2313278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02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7A0370-62FC-B13C-6F33-A47AFBA79081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101100-FE10-A90E-4853-D4A690DEE78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E33789-8744-5228-E251-FB2611005AD5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64C126-B7B0-0A4C-43BF-CADC64C887B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BD3FFD-AC2B-BFB5-359F-41C3FF29023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98A94A-482B-4706-628E-CF106916031B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4485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5464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BFC2-59BA-7F94-A07F-87021312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7D975-2C23-B5FD-7160-84AFCCB8B4EB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21646A4-25E9-2EE2-33AE-DBFCDF9D2E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A8F719-2B07-591C-8948-7C6B930E02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75600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CE3CD9-F41B-F8F8-F1C5-56F04EE5E1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0681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0F52B-095C-0DC4-F9B1-89479E411A03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BFDF1D0-61DC-F06D-47C9-EE3210AFC80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E9410A1-C2E8-4D07-E489-882BC6229EE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2626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CE0743-86EE-8636-568D-EB4F470C0D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2FE99-7B5C-B630-A098-18681B8A1F90}"/>
              </a:ext>
            </a:extLst>
          </p:cNvPr>
          <p:cNvSpPr/>
          <p:nvPr userDrawn="1"/>
        </p:nvSpPr>
        <p:spPr>
          <a:xfrm>
            <a:off x="8972550" y="0"/>
            <a:ext cx="321945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81A4B-FAE0-B598-0A5D-FEE4F0FA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4A56-1211-94AE-BCAB-7CCB0CF8A0BE}"/>
              </a:ext>
            </a:extLst>
          </p:cNvPr>
          <p:cNvSpPr/>
          <p:nvPr userDrawn="1"/>
        </p:nvSpPr>
        <p:spPr>
          <a:xfrm>
            <a:off x="996950" y="1905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FDF46A9-827C-2EA6-15F7-9751636611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950" y="1905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6B1B389F-0E0A-43F3-8664-480B6AB99A8C}"/>
              </a:ext>
            </a:extLst>
          </p:cNvPr>
          <p:cNvSpPr/>
          <p:nvPr userDrawn="1"/>
        </p:nvSpPr>
        <p:spPr>
          <a:xfrm>
            <a:off x="5981700" y="365126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85CCBD-0568-8BF7-A63F-5EFC188BED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520700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1CCFBE-D2A8-08E1-8F41-B3623DE23E6A}"/>
              </a:ext>
            </a:extLst>
          </p:cNvPr>
          <p:cNvGrpSpPr/>
          <p:nvPr userDrawn="1"/>
        </p:nvGrpSpPr>
        <p:grpSpPr>
          <a:xfrm>
            <a:off x="6220978" y="701691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DF44D694-183A-05AE-5DB5-93D371AAE664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C7335CC3-654E-C5B8-E79E-E1E989640E5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B45AACCC-C40E-4992-1A2D-509D78EC4E2C}"/>
              </a:ext>
            </a:extLst>
          </p:cNvPr>
          <p:cNvSpPr/>
          <p:nvPr userDrawn="1"/>
        </p:nvSpPr>
        <p:spPr>
          <a:xfrm>
            <a:off x="5981700" y="1876154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EE5173A-2B40-CEB8-AEEE-9C362849B6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8650" y="2031728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7077F2-A6DA-45BF-318E-746CAB3FDF3A}"/>
              </a:ext>
            </a:extLst>
          </p:cNvPr>
          <p:cNvGrpSpPr/>
          <p:nvPr userDrawn="1"/>
        </p:nvGrpSpPr>
        <p:grpSpPr>
          <a:xfrm>
            <a:off x="6220978" y="2212719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5" name="Cross 24">
              <a:extLst>
                <a:ext uri="{FF2B5EF4-FFF2-40B4-BE49-F238E27FC236}">
                  <a16:creationId xmlns:a16="http://schemas.microsoft.com/office/drawing/2014/main" id="{D5D23DEA-2C53-6394-87D9-8ADA6DB11431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>
              <a:extLst>
                <a:ext uri="{FF2B5EF4-FFF2-40B4-BE49-F238E27FC236}">
                  <a16:creationId xmlns:a16="http://schemas.microsoft.com/office/drawing/2014/main" id="{3A9626E9-47BC-DCBC-B831-23101E8FC091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57D6590C-526E-8CE7-B8FB-E080B5E77122}"/>
              </a:ext>
            </a:extLst>
          </p:cNvPr>
          <p:cNvSpPr/>
          <p:nvPr userDrawn="1"/>
        </p:nvSpPr>
        <p:spPr>
          <a:xfrm>
            <a:off x="5981700" y="3387182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7C4E6C2-04CF-A433-7116-E2D5441DF9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78650" y="3542756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3279AF-7D64-E287-F964-25F01A0CCE35}"/>
              </a:ext>
            </a:extLst>
          </p:cNvPr>
          <p:cNvGrpSpPr/>
          <p:nvPr userDrawn="1"/>
        </p:nvGrpSpPr>
        <p:grpSpPr>
          <a:xfrm>
            <a:off x="6220978" y="372374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0" name="Cross 29">
              <a:extLst>
                <a:ext uri="{FF2B5EF4-FFF2-40B4-BE49-F238E27FC236}">
                  <a16:creationId xmlns:a16="http://schemas.microsoft.com/office/drawing/2014/main" id="{B02DF367-65B5-CABA-7519-12DD1935D559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221A2A40-E001-8E28-C96F-48A631492DDC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: Single Corner Snipped 31">
            <a:extLst>
              <a:ext uri="{FF2B5EF4-FFF2-40B4-BE49-F238E27FC236}">
                <a16:creationId xmlns:a16="http://schemas.microsoft.com/office/drawing/2014/main" id="{71AA295D-6AED-7EDA-C109-CABF3833F94F}"/>
              </a:ext>
            </a:extLst>
          </p:cNvPr>
          <p:cNvSpPr/>
          <p:nvPr userDrawn="1"/>
        </p:nvSpPr>
        <p:spPr>
          <a:xfrm>
            <a:off x="5981700" y="4898210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3588E33-AA65-E10C-C02E-B109E2DBD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78650" y="5053784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1DA743-1667-CA01-0FC7-ADD79CB1AA6C}"/>
              </a:ext>
            </a:extLst>
          </p:cNvPr>
          <p:cNvGrpSpPr/>
          <p:nvPr userDrawn="1"/>
        </p:nvGrpSpPr>
        <p:grpSpPr>
          <a:xfrm>
            <a:off x="6220978" y="5234775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5" name="Cross 34">
              <a:extLst>
                <a:ext uri="{FF2B5EF4-FFF2-40B4-BE49-F238E27FC236}">
                  <a16:creationId xmlns:a16="http://schemas.microsoft.com/office/drawing/2014/main" id="{C470FFB9-0823-D1A0-68E2-D2C20C66D87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ross 35">
              <a:extLst>
                <a:ext uri="{FF2B5EF4-FFF2-40B4-BE49-F238E27FC236}">
                  <a16:creationId xmlns:a16="http://schemas.microsoft.com/office/drawing/2014/main" id="{3E2AC726-8F33-71C0-C8C3-ECF6E0EBD0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138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F1317D-5B43-BCB8-4CBF-C70F9873669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0CD30-09B1-2940-0364-4C8CB0A5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667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4D2C3-62DE-1041-5434-23AF33AEE6E4}"/>
              </a:ext>
            </a:extLst>
          </p:cNvPr>
          <p:cNvSpPr/>
          <p:nvPr userDrawn="1"/>
        </p:nvSpPr>
        <p:spPr>
          <a:xfrm>
            <a:off x="876300" y="1778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69A320F3-4F3B-8BEA-E921-DC3BFA83B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78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328961-6754-8627-5ACA-4B96A2960D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1587500"/>
            <a:ext cx="4502150" cy="406400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1EFDAF-2FCD-2D96-3D8F-1B3ABA6C7B30}"/>
              </a:ext>
            </a:extLst>
          </p:cNvPr>
          <p:cNvGrpSpPr/>
          <p:nvPr userDrawn="1"/>
        </p:nvGrpSpPr>
        <p:grpSpPr>
          <a:xfrm>
            <a:off x="6972300" y="61915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004B98A-E797-C19C-0A84-4A167B19547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A0922105-0157-A472-3613-471272530F2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9154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800"/>
            <a:ext cx="4216400" cy="49180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1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799"/>
            <a:ext cx="4216400" cy="47874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26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6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8650" y="1574800"/>
            <a:ext cx="4216400" cy="47489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83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0544F9-D433-7810-B017-D0BAA44792A9}"/>
              </a:ext>
            </a:extLst>
          </p:cNvPr>
          <p:cNvSpPr/>
          <p:nvPr userDrawn="1"/>
        </p:nvSpPr>
        <p:spPr>
          <a:xfrm>
            <a:off x="0" y="0"/>
            <a:ext cx="5213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B6A3D-D22F-81F9-E566-16C741D9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365126"/>
            <a:ext cx="52133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E260F9F-007A-BE4B-6599-1C172D9E63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1250" y="1933575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55CC7F-937A-1483-2D75-4C02542961B7}"/>
              </a:ext>
            </a:extLst>
          </p:cNvPr>
          <p:cNvGrpSpPr/>
          <p:nvPr userDrawn="1"/>
        </p:nvGrpSpPr>
        <p:grpSpPr>
          <a:xfrm>
            <a:off x="-538519" y="-507547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9" name="Cross 8">
              <a:extLst>
                <a:ext uri="{FF2B5EF4-FFF2-40B4-BE49-F238E27FC236}">
                  <a16:creationId xmlns:a16="http://schemas.microsoft.com/office/drawing/2014/main" id="{BF9C3E48-46F0-55C1-9A9C-56C9DB778FA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5D02BE1D-CF58-D26E-5EBF-BC91848BDE0E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39FE5D6-398B-672C-87DA-891BC8177C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75350" y="1683532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AD675FF-5B7C-CB1D-14C6-80E20C6DB5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5350" y="2234554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0398EF-B871-0B9D-BB40-1E43645438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5350" y="5312287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4316A0B-A592-F91E-C1F1-F8F18C2DD6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5350" y="3219450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AF34DA7-5442-C094-03C1-149DAAEFCF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75350" y="3770472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E147B6-37CF-C256-6431-5133D2CFF8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75350" y="4761265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9176461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4C91-0BF5-C74A-6F0E-43AF1B36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49847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5F1C0FE-F435-CF87-86CA-17BAC02892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0300" y="1460500"/>
            <a:ext cx="4984750" cy="4495800"/>
          </a:xfrm>
          <a:prstGeom prst="snip1Rect">
            <a:avLst>
              <a:gd name="adj" fmla="val 8192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E7E66E7-2ABE-0E01-729D-251AC6D7A2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6950" y="365126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53D881-9FC6-69D2-474C-EC98E53663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788274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8BBE86F-3A2F-B078-E874-DCE82594A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6950" y="1721012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0BD34A-0D42-60FE-C0B9-49D26220B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2144160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7806D1F-28E1-57B3-DFF1-2B9664E96D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6950" y="3076898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DF2012-8C50-8AE5-8B0E-D6DD34AE66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950" y="3500046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3CBEFFF-630B-F061-606E-8D2EF105A0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6950" y="4432784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4CF03BE-4FD6-6099-A8A7-59F6E60279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6950" y="4855932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6149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0D9D-4788-0A28-3D76-511FB715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E2DE2-60AA-F005-320C-768FC71CD9DB}"/>
              </a:ext>
            </a:extLst>
          </p:cNvPr>
          <p:cNvSpPr/>
          <p:nvPr userDrawn="1"/>
        </p:nvSpPr>
        <p:spPr>
          <a:xfrm>
            <a:off x="996950" y="3095625"/>
            <a:ext cx="10198100" cy="12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D5D6AB-8817-FE03-DCE2-DA6948D6F92B}"/>
              </a:ext>
            </a:extLst>
          </p:cNvPr>
          <p:cNvSpPr/>
          <p:nvPr userDrawn="1"/>
        </p:nvSpPr>
        <p:spPr>
          <a:xfrm>
            <a:off x="1946275" y="2995612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817456-3B39-35D7-3B1B-7B9BB4210AE8}"/>
              </a:ext>
            </a:extLst>
          </p:cNvPr>
          <p:cNvSpPr/>
          <p:nvPr userDrawn="1"/>
        </p:nvSpPr>
        <p:spPr>
          <a:xfrm>
            <a:off x="9928031" y="2995612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B1E3EF-81AE-88FC-4831-420E490352A2}"/>
              </a:ext>
            </a:extLst>
          </p:cNvPr>
          <p:cNvSpPr/>
          <p:nvPr userDrawn="1"/>
        </p:nvSpPr>
        <p:spPr>
          <a:xfrm>
            <a:off x="5937153" y="2982719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DCF831C3-97AE-2EF9-441F-6CEDE79513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662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6636D0A-5360-B9DB-B6F2-87BC8F0E98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662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80D54587-D521-DB17-CE0E-A55F6C37F7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9540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  <a:lvl2pPr algn="ctr">
              <a:defRPr sz="1800" b="1">
                <a:solidFill>
                  <a:schemeClr val="accent2"/>
                </a:solidFill>
              </a:defRPr>
            </a:lvl2pPr>
            <a:lvl3pPr algn="ctr">
              <a:defRPr sz="1800" b="1">
                <a:solidFill>
                  <a:schemeClr val="accent2"/>
                </a:solidFill>
              </a:defRPr>
            </a:lvl3pPr>
            <a:lvl4pPr algn="ctr">
              <a:defRPr sz="1800" b="1">
                <a:solidFill>
                  <a:schemeClr val="accent2"/>
                </a:solidFill>
              </a:defRPr>
            </a:lvl4pPr>
            <a:lvl5pPr algn="ct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EEA3038-CEA0-35D7-E10D-B51934ABF6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19540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6C6CB5F-CC7C-B5E3-68A7-9FF5BE9264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0418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5B5417C-DCFD-57B2-A49A-08068E9CFE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10418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483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2430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5370643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52262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52262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732570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58820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58820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21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items on timelin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3939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4441377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4297011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4297011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188443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0440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0440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C96883-4C53-0D66-174F-3247B7E50818}"/>
              </a:ext>
            </a:extLst>
          </p:cNvPr>
          <p:cNvSpPr/>
          <p:nvPr userDrawn="1"/>
        </p:nvSpPr>
        <p:spPr>
          <a:xfrm>
            <a:off x="2887662" y="5535710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767CA9E-BA99-AE3D-4BC9-C32DB0BEB0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4825" y="539134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tx1"/>
                </a:solidFill>
              </a:defRPr>
            </a:lvl1pPr>
            <a:lvl2pPr algn="r">
              <a:defRPr sz="1800" b="1">
                <a:solidFill>
                  <a:schemeClr val="tx1"/>
                </a:solidFill>
              </a:defRPr>
            </a:lvl2pPr>
            <a:lvl3pPr algn="r">
              <a:defRPr sz="1800" b="1">
                <a:solidFill>
                  <a:schemeClr val="tx1"/>
                </a:solidFill>
              </a:defRPr>
            </a:lvl3pPr>
            <a:lvl4pPr algn="r">
              <a:defRPr sz="1800" b="1">
                <a:solidFill>
                  <a:schemeClr val="tx1"/>
                </a:solidFill>
              </a:defRPr>
            </a:lvl4pPr>
            <a:lvl5pPr algn="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3C1ED6A-7ECE-907A-9813-18D58B7CC2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8512" y="539134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8749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45F9-183F-8C46-E962-447568F5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70AEE-40AE-5404-7C60-FE46A5AE9032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13B7FE85-08F9-2EDD-7F8B-1FC16ACA4C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B5E14B-3EA4-BB7C-D71E-475A7F2EC1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130A2-A103-71AE-AC8B-BDB9DB888EB8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0F49FEEE-C7FD-C339-0F35-058784FBF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8F8FB46-3545-F5EE-0507-2B3347F356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87E07-B637-6131-42A4-3691DB40B22C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C12EEE40-8086-4605-7C09-AA5A825C77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D64532-BB44-3D59-327F-393F68C380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AC1A0-08A4-6B4D-5124-54CAB75125FC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8682A340-6C29-ED2B-CD8D-304416C6FD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D55A99B-74A2-E1C8-5B67-A63F5B9ABC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DDBE92-43BD-5DC3-A30E-F48035EE7D7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2" name="Cross 21">
              <a:extLst>
                <a:ext uri="{FF2B5EF4-FFF2-40B4-BE49-F238E27FC236}">
                  <a16:creationId xmlns:a16="http://schemas.microsoft.com/office/drawing/2014/main" id="{3B26AD83-ED48-B427-0035-7294B5FA591C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9334C6EF-76F2-7C82-763C-B4AB2BF94D6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6082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920C-38F2-7F7C-81E6-EF7E3E90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E7253-2886-3009-BBED-E7910D6F29B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3DF4597-62B7-ABA3-0653-57A51D372C04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2E50EC-C4F4-0154-CDF6-BEC56DD02083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A511BC-E5BE-BC07-5DE5-1ED5E807D707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7DA62-1F98-B6CB-E2C2-2A482E155A79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BB495D7-E9C1-E738-BE93-00929487200F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27622-6B5A-9E38-D472-6E31603E6587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1491D-6E0F-CDB1-E88A-CC8C5416B5A5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93197-BAC4-C4F5-8685-66A6180F5690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7D997-135F-5CA9-F2B3-68F0E9CB2D19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8B6A2996-CBBC-850B-6E23-121D6CDC4E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8DA8FD4-ADBC-F628-5B69-0D7A9ED2B5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68A7392D-5845-C0ED-6D34-1AB0A1BB0D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B8143701-452E-F460-B942-CF84CBD87F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C67D3E8E-6CFD-8234-2668-60BCA78358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8192CAA-AA90-3D6C-A83E-DE366FB22B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F6E66C30-20EC-00BC-3F21-D9D4920D63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17E67CE-E204-02D1-70EE-82FF9C3127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3781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89D7-FCF0-C722-EF01-11DD9485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26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151A8B-C2F7-275E-76E5-C7BA15E3CB20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84FB3957-6CF4-9FB1-9EE1-5F6C5A08975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CB6ED1EC-456B-12CD-1F1C-02A379C3680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2C8CD6B-E5BE-20C8-648E-CC34A382DC2A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CF2DC17-7BBB-5BFF-D983-69A0370223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66ECC0C-F5F0-4FE4-02C9-71F9EE988A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55D9C-DB92-351D-2B46-74995B2255A9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F8AE59D-2A45-6BC5-8298-31CF237AF0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E13696-8C89-C17A-CEA8-0CCE4A6E3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7BFDA1-0C69-1854-F191-BCEC2A4416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478BC239-36BE-61DB-120B-3B8BEE4D4A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78D580-35F8-EFCB-BA05-FFF419E6E4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0876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57B4-C2D9-3E98-59FD-81FB4E01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00336-1A2C-4BF2-BF3E-3605F407DAAA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46E3B-4112-22EC-CE05-0F99CA59D5DA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FF54-4111-22D3-9FA0-15F055921554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7F3B951C-7503-39BF-DEF5-0E0891CCD2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D5BDE8-F326-3323-FAD4-44757A0611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34EA0B0E-2568-B7B0-38CB-85AF84DAFB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41F928D-0930-8479-0085-0AD271F4D6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AF0F3F0-6EE0-7B68-8DC2-E0840D4717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451281-A40F-7A09-37B1-01A02351A3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E1B83E-C804-335C-CFEB-1E89A0944C1D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65B631F-E495-DCD4-51CD-A62CA60CD57D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C9DCA07-E80A-8D66-F191-6C2E9303529F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9F456A4-FD95-FABE-7CC1-6499AEA683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F93E50E-05A3-C4C3-CDB2-6747AB81DA2A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487992-8B43-D20C-1CDC-7DD84DAA7B5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2442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15BA-BAAA-57DE-96F3-FA27B82F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07D307-60FD-DC2E-63A8-9F6727EBC2EB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32E9C495-9ABF-E779-39DE-7B242083A42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96262665-1F4F-B4E3-D0F0-E507C4FF0B5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D24660C-AFE8-5EE7-2E25-E133FB8C5AED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82CD661-C59E-610D-36CA-3909B81BC3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C28BF8F-BE2D-EA4D-D0C8-511F08E99F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6AE88-35F9-37B8-99B2-26ADD0A87D80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704BE72-7791-DF22-ECF8-90477FF2B5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10EA8D-76EE-5430-E2A6-5DDCDEF525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67198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8781-4A82-DF5E-0566-04EC709A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634796"/>
            <a:ext cx="39878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B24D5-1629-5439-2073-007D02FB5F43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6A91EA-7F49-38DC-5675-C6A59268C44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552AE-D29C-D95A-3009-D623C5689AB0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A2A376-DECA-27E8-BF61-07DFC04DCB3C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12DC9A9-5D9D-9035-2958-D3567B143B4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34EA30-2738-AA34-9F14-041EC95AF64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EBDF21-AB10-FC9D-8A21-45285DE4C2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B2C91-6408-338A-D96C-3051B2BDC2A3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DF4544-C28B-6976-283B-11FA8287FFE4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1998D9FE-AC7E-F971-1AC8-953EE684ED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B7381BE-478F-46A7-42C6-AAA89DD8C6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149BB45A-9D3D-9991-B89D-948315718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932075A-70B3-A0F5-8A49-76E21CC18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191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4D48-56DC-8B0A-7DE3-C65DD1DC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A46D7C-A2AF-3D4F-D56E-E6F4A3C536DE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F41EF305-99FD-E02F-9BE6-DDEF7E65BD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1989B1-9A17-45FD-A4DD-7FD2328F07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D856B-C59C-C8F7-A994-5E19EE08F12B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4F1408E4-0B68-D300-F2E2-B5B57FF578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35A5FBD-6183-1F1D-CD4C-6AB0ADBA5D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3EE8A-4211-5CB5-ABE5-4F23407D9269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6C4CC89E-F2E7-80D8-0297-5CBD035E1F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7831AD-19AB-60E0-32CF-6064A4626EA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24463-C512-54C0-76CF-E8FEA8796BF9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4A9F42F-13B4-4CCD-8410-8683AA0FFC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998001-B52A-241E-D577-45490F9971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9B5083-C919-DC60-8A45-93EAC6815412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9" name="Cross 18">
              <a:extLst>
                <a:ext uri="{FF2B5EF4-FFF2-40B4-BE49-F238E27FC236}">
                  <a16:creationId xmlns:a16="http://schemas.microsoft.com/office/drawing/2014/main" id="{D0F639F0-88BD-9065-D891-23FDF28532D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ross 19">
              <a:extLst>
                <a:ext uri="{FF2B5EF4-FFF2-40B4-BE49-F238E27FC236}">
                  <a16:creationId xmlns:a16="http://schemas.microsoft.com/office/drawing/2014/main" id="{10BC370E-2B98-DDC9-7048-1354AB1E4D1A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53648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B3EB-1E5B-D79A-A78A-0E9F4C05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89714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71B181-E351-CA48-B318-DAB5B37DD091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81790-E160-2ED0-7B94-2DDBA3F873C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DFD75A-EFFE-E750-0B57-628DBE765B41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95E146-ECE6-B7CC-5E5C-52068BCCB4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EF8119-313C-C452-EFCF-2A8B4F80424E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747D65-A6F5-5F21-639E-43964D0BB726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BA491-370C-382B-A3B4-329CB264B748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3F552-C866-EAD0-4728-E5769B337C90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A2551-BF47-5BB6-2249-30FD8B631EEB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07817-18B9-2482-20C7-ECC8324327F2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1DABB3F-8420-558F-1E01-A83095DABC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F634CC3-A6C9-0E0E-2F54-9DFB19CC2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35E26068-8646-7EB0-E312-708CB3A728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BDE4C3A-E25D-95BA-3E5D-1B2FEF6534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2479337-4168-7DF7-AD4B-A346E54BA2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79B665-3B93-CAC9-EF50-3917B60355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B1DB6BB3-A83A-B196-5467-1355F97048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BF771FB-681D-224A-F0CE-2AC6D3A853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52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5F9B-128E-9D2B-02E3-8EECF5F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619126"/>
            <a:ext cx="11731625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B4D8C9-83C6-E585-D28F-067F4311366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0A3E7519-6B66-3346-EBDF-2F475B8B5485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14E06FE0-6AD5-EBC3-CBBD-2482004571D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A27A27-47A8-3656-0463-C36CC2907063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6F2CB557-6F08-8D79-4886-2452D75BD1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1A90C0-B571-62BF-14A1-3132A92DBE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3C68-6F04-D403-D29D-898BA9A55B45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B67582E-3B27-872D-1D23-F2FF70935A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B035218-AA89-DE73-4271-432C0E6462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387FB-DCFA-55A1-0DE1-6D3DF4D8FA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E722C1BC-6C26-F79B-B668-CCEC290F1F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3D3C388-2706-D39C-79FF-D5B5389E994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3273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1627-5EC5-9AEF-DCC3-E5939515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667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8B0C57-23E1-9EAB-0EFF-BBF2FF74B47C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594AD7-CDBF-2987-878D-91094724E4E9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BCEB02-8A39-7BFD-A996-60067808B51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D7525E-6EB8-5697-BD68-EA9D5C048721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15B2E-5C97-31DF-7888-C6F3F60D975D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B56E7A-54C7-8C68-0EB7-A8270B8E58C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212C8-6001-C2FB-2D86-2E925EDA9294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85098E-2828-AFF4-2500-71C7E3B8C16C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D8539-9C14-F50E-D735-A4C6092AD5BD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A87E7719-2360-4EE3-449A-E528F45743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2BCB1AF-263C-3B9B-C026-9C29CECF5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22826B8D-6B45-0352-CA3A-3A91504C7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AB0EEC6-546D-F0FB-FB94-4DBF0B1A8B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1EE99415-193F-35E1-C8B6-DAAAD76CC2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513FDC4-4058-8A5C-B523-93EC9B155C6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1122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7CB-52B7-3861-9EED-BFCF9680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A9DF2-502B-4D45-0263-06E3A4BA6F8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2722018F-96E9-B8FF-741A-805F79E96EF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51D105F2-F579-021A-F9F5-0239E9ED29A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8BC0295-84CB-0AEB-917D-E2C68C7E9B94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91E0BA97-27D9-2DA0-FFDD-03F4DD72CE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1C223B5-7437-57F8-3256-B754D80CF1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B750C-DDD5-0740-5420-3137B8363D6B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DC27C674-06C4-2450-248B-55D747EEBE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D8417C0-DC00-7555-6584-EE3DEF66DA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92338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8EB8-11E2-6595-E074-CC2AA952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546464-A9D2-8B1D-6591-F9B8CA2AE6C5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7C442D-D35F-0C70-D2B6-F044AE2B50C5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7C5F3B-8842-1E27-3DFF-7A93C8A1010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83D106-EBCC-E6C9-E80E-6BFB1D98301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49215A9-B73D-61B8-F2FB-6AC2DE6D1C5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09DF5B-7157-1D81-8E62-33FBFC1C9E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37DE8-9A52-E805-A299-7961CEEB66B7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F424A-B8F9-C9A7-613F-F50BDB4D953E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A6F9F3D-2603-7D72-0F65-639A2FD750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8973588-DCE1-BE97-9542-F842D72D29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51C90A0A-46C2-F709-143A-AAAC36C8B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8A7FB34-D6B1-1B79-97BE-E67C41BFB3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11968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6978650" y="1435100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7143750" y="1600200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6937" y="1703387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4200" y="1600200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8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771298"/>
            <a:ext cx="10198100" cy="15020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1003300" y="3965348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116840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587" y="4233635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885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291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9A7A5-7314-6A84-E68E-4A4AF11C7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348586-A2C4-9422-EBC6-4791C5E603D3}"/>
              </a:ext>
            </a:extLst>
          </p:cNvPr>
          <p:cNvSpPr/>
          <p:nvPr userDrawn="1"/>
        </p:nvSpPr>
        <p:spPr>
          <a:xfrm>
            <a:off x="0" y="3568700"/>
            <a:ext cx="12192000" cy="328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A172623-76B3-B0C0-0184-D6E22FDECF51}"/>
              </a:ext>
            </a:extLst>
          </p:cNvPr>
          <p:cNvSpPr/>
          <p:nvPr userDrawn="1"/>
        </p:nvSpPr>
        <p:spPr>
          <a:xfrm rot="5400000" flipH="1">
            <a:off x="3693496" y="-2167553"/>
            <a:ext cx="4813301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2D678-B733-AF1E-BE3A-344FBC978228}"/>
              </a:ext>
            </a:extLst>
          </p:cNvPr>
          <p:cNvSpPr/>
          <p:nvPr userDrawn="1"/>
        </p:nvSpPr>
        <p:spPr>
          <a:xfrm>
            <a:off x="1993900" y="4727576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546D4-9869-BF2F-152C-CFB4918E817B}"/>
              </a:ext>
            </a:extLst>
          </p:cNvPr>
          <p:cNvSpPr/>
          <p:nvPr userDrawn="1"/>
        </p:nvSpPr>
        <p:spPr>
          <a:xfrm>
            <a:off x="215900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4204360D-6804-E90A-5753-A6261164C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187" y="4995863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3C97B7-7B78-90E6-79EB-97CACB056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945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622D3-EDFD-D8BF-6D26-5B6C9BC66141}"/>
              </a:ext>
            </a:extLst>
          </p:cNvPr>
          <p:cNvSpPr/>
          <p:nvPr userDrawn="1"/>
        </p:nvSpPr>
        <p:spPr>
          <a:xfrm>
            <a:off x="6597650" y="4727576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1B0AF-3D42-5751-B5BE-540FD109FD6C}"/>
              </a:ext>
            </a:extLst>
          </p:cNvPr>
          <p:cNvSpPr/>
          <p:nvPr userDrawn="1"/>
        </p:nvSpPr>
        <p:spPr>
          <a:xfrm>
            <a:off x="675005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348B555-598D-8139-4D6C-B36918FD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2320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30383C4C-8B5E-F8B0-8D0A-6F01C43D26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268" y="4995863"/>
            <a:ext cx="578644" cy="5786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1B488-E30A-D456-6573-D9C9C1BD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863600"/>
            <a:ext cx="8204200" cy="16827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8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C531D-5D55-D7D9-55EA-2221DD32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10198100" cy="794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6F00-BEFE-EDDA-B197-F0293736B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950" y="1825625"/>
            <a:ext cx="101981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7500-23B0-1B9B-0A34-EAA9EBF7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F831-34AB-4DC0-ABA1-EBD072B2C37E}" type="datetime2">
              <a:rPr lang="es-ES" smtClean="0"/>
              <a:t>domingo, 25 de enero de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6FDC-5EAA-CF26-32C5-90769BBD4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7650-E37D-A199-74A7-A15516848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6269" y="6347069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3C8E-EC03-4CBA-A12B-6BBBB73F14E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3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 userDrawn="1">
          <p15:clr>
            <a:srgbClr val="F26B43"/>
          </p15:clr>
        </p15:guide>
        <p15:guide id="2" pos="628" userDrawn="1">
          <p15:clr>
            <a:srgbClr val="F26B43"/>
          </p15:clr>
        </p15:guide>
        <p15:guide id="3" pos="772" userDrawn="1">
          <p15:clr>
            <a:srgbClr val="F26B43"/>
          </p15:clr>
        </p15:guide>
        <p15:guide id="4" pos="1256" userDrawn="1">
          <p15:clr>
            <a:srgbClr val="F26B43"/>
          </p15:clr>
        </p15:guide>
        <p15:guide id="5" pos="1400" userDrawn="1">
          <p15:clr>
            <a:srgbClr val="F26B43"/>
          </p15:clr>
        </p15:guide>
        <p15:guide id="6" pos="1884" userDrawn="1">
          <p15:clr>
            <a:srgbClr val="F26B43"/>
          </p15:clr>
        </p15:guide>
        <p15:guide id="7" pos="2028" userDrawn="1">
          <p15:clr>
            <a:srgbClr val="F26B43"/>
          </p15:clr>
        </p15:guide>
        <p15:guide id="8" pos="2512" userDrawn="1">
          <p15:clr>
            <a:srgbClr val="F26B43"/>
          </p15:clr>
        </p15:guide>
        <p15:guide id="9" pos="2656" userDrawn="1">
          <p15:clr>
            <a:srgbClr val="F26B43"/>
          </p15:clr>
        </p15:guide>
        <p15:guide id="10" pos="3140" userDrawn="1">
          <p15:clr>
            <a:srgbClr val="F26B43"/>
          </p15:clr>
        </p15:guide>
        <p15:guide id="11" pos="3284" userDrawn="1">
          <p15:clr>
            <a:srgbClr val="F26B43"/>
          </p15:clr>
        </p15:guide>
        <p15:guide id="12" pos="3768" userDrawn="1">
          <p15:clr>
            <a:srgbClr val="F26B43"/>
          </p15:clr>
        </p15:guide>
        <p15:guide id="13" pos="3912" userDrawn="1">
          <p15:clr>
            <a:srgbClr val="F26B43"/>
          </p15:clr>
        </p15:guide>
        <p15:guide id="14" pos="4396" userDrawn="1">
          <p15:clr>
            <a:srgbClr val="F26B43"/>
          </p15:clr>
        </p15:guide>
        <p15:guide id="15" pos="4540" userDrawn="1">
          <p15:clr>
            <a:srgbClr val="F26B43"/>
          </p15:clr>
        </p15:guide>
        <p15:guide id="16" pos="5024" userDrawn="1">
          <p15:clr>
            <a:srgbClr val="F26B43"/>
          </p15:clr>
        </p15:guide>
        <p15:guide id="17" pos="5168" userDrawn="1">
          <p15:clr>
            <a:srgbClr val="F26B43"/>
          </p15:clr>
        </p15:guide>
        <p15:guide id="18" pos="5652" userDrawn="1">
          <p15:clr>
            <a:srgbClr val="F26B43"/>
          </p15:clr>
        </p15:guide>
        <p15:guide id="19" pos="5796" userDrawn="1">
          <p15:clr>
            <a:srgbClr val="F26B43"/>
          </p15:clr>
        </p15:guide>
        <p15:guide id="20" pos="6280" userDrawn="1">
          <p15:clr>
            <a:srgbClr val="F26B43"/>
          </p15:clr>
        </p15:guide>
        <p15:guide id="21" pos="6424" userDrawn="1">
          <p15:clr>
            <a:srgbClr val="F26B43"/>
          </p15:clr>
        </p15:guide>
        <p15:guide id="22" pos="6908" userDrawn="1">
          <p15:clr>
            <a:srgbClr val="F26B43"/>
          </p15:clr>
        </p15:guide>
        <p15:guide id="23" pos="7052" userDrawn="1">
          <p15:clr>
            <a:srgbClr val="F26B43"/>
          </p15:clr>
        </p15:guide>
        <p15:guide id="24" pos="7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593D-CA47-BCB9-19BF-2E476E1C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CFDA-2415-B95B-9224-3FC1018B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925" y="164176"/>
            <a:ext cx="4216400" cy="794204"/>
          </a:xfrm>
        </p:spPr>
        <p:txBody>
          <a:bodyPr/>
          <a:lstStyle/>
          <a:p>
            <a:pPr lvl="0" algn="ctr"/>
            <a:r>
              <a:rPr lang="es-ES" dirty="0"/>
              <a:t>🚀 De mirar el pasado a anticipar el futuro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C15DC6E-043A-962D-2937-5B64075D67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1"/>
            <a:ext cx="4108450" cy="388466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6B3EE-D63F-9CAB-6478-A7DAE8BF2D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87500"/>
            <a:ext cx="5903934" cy="40640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sz="3600" dirty="0"/>
              <a:t>Machine </a:t>
            </a:r>
            <a:r>
              <a:rPr lang="es-ES" sz="3600" dirty="0" err="1"/>
              <a:t>Learning</a:t>
            </a:r>
            <a:r>
              <a:rPr lang="es-ES" sz="3600" dirty="0"/>
              <a:t> con Python para la Toma de Decisiones Empresariales</a:t>
            </a:r>
            <a:endParaRPr lang="es-ES" sz="2800" b="1" dirty="0"/>
          </a:p>
          <a:p>
            <a:pPr marL="457200" lvl="1" indent="0">
              <a:buNone/>
            </a:pPr>
            <a:r>
              <a:rPr lang="es-ES" sz="1800" b="1" dirty="0"/>
              <a:t>Jorge Israel </a:t>
            </a:r>
            <a:r>
              <a:rPr lang="es-ES" sz="1800" b="1" dirty="0" err="1"/>
              <a:t>Frometa</a:t>
            </a:r>
            <a:r>
              <a:rPr lang="es-ES" sz="1800" b="1" dirty="0"/>
              <a:t> Moya</a:t>
            </a:r>
          </a:p>
          <a:p>
            <a:pPr marL="457200" lvl="1" indent="0">
              <a:buNone/>
            </a:pPr>
            <a:endParaRPr lang="es-ES" sz="1800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7B2E160A-AE6D-64EE-CB54-E11210A26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9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5F28-BED7-A4F7-4371-1B677144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03DA-E14C-7755-6BFD-0CE0BAE4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8" y="446980"/>
            <a:ext cx="5114611" cy="794204"/>
          </a:xfrm>
        </p:spPr>
        <p:txBody>
          <a:bodyPr/>
          <a:lstStyle/>
          <a:p>
            <a:pPr lvl="0" algn="ctr"/>
            <a:r>
              <a:rPr lang="es-ES" dirty="0"/>
              <a:t>Árboles de Decisión: La lógica de las reglas de negocio.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542D0F6E-BE73-013C-8BA0-5AF05B48C8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2"/>
            <a:ext cx="4108450" cy="3873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41EA9-6916-04BB-B7A6-D71F2A94C8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92876"/>
            <a:ext cx="6096000" cy="4064000"/>
          </a:xfrm>
        </p:spPr>
        <p:txBody>
          <a:bodyPr>
            <a:noAutofit/>
          </a:bodyPr>
          <a:lstStyle/>
          <a:p>
            <a:pPr lvl="1"/>
            <a:r>
              <a:rPr lang="es-ES" sz="2800" dirty="0"/>
              <a:t>De cajas negras a modelos transparentes.</a:t>
            </a:r>
          </a:p>
          <a:p>
            <a:pPr marL="457200" lvl="1" indent="0">
              <a:buNone/>
            </a:pPr>
            <a:endParaRPr lang="es-ES" sz="2800" dirty="0"/>
          </a:p>
          <a:p>
            <a:pPr marL="457200" lvl="1" indent="0">
              <a:buNone/>
            </a:pPr>
            <a:r>
              <a:rPr lang="es-ES" sz="2800" dirty="0"/>
              <a:t>No es una fórmula compleja, es un mapa de carreteras para segmentar clientes.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427C67F-CC2F-FE23-21E0-3599F2CFD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855" y="328352"/>
            <a:ext cx="5566519" cy="794204"/>
          </a:xfrm>
        </p:spPr>
        <p:txBody>
          <a:bodyPr/>
          <a:lstStyle/>
          <a:p>
            <a:r>
              <a:rPr lang="es-ES" b="1" dirty="0"/>
              <a:t>¿Cómo "piensa" un Árbol?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8093DB09-5191-EB1B-6C78-2C4D86BAA0DB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0" y="1536175"/>
            <a:ext cx="594338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2000" dirty="0"/>
              <a:t> El Nodo Raíz: La pregunta más importante (la que más separa a los clientes buenos de los malos).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2000" dirty="0"/>
              <a:t> Las Ramas: Los diferentes caminos según la respuesta.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2000" dirty="0"/>
              <a:t> Las Hojas: La decisión final (se queda o se va).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ES" alt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ES" altLang="es-ES" sz="2000" dirty="0"/>
              <a:t>Analogía de Negocio: Es como el manual de formación de un comercial: "Primero mira si el cliente es antiguo; si lo es, mira si tiene deudas...".</a:t>
            </a: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Marcador de posición de imagen 8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09D056E9-7E09-2E5D-C1CF-1777EF7CC48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6" r="2529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25386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6D616-F525-1EB4-DAE6-549C4C7D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4417-CC52-8484-B5F9-3A33ACB6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Ventajas e Inconvenientes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28874AE5-B98A-0769-93F3-F002E34373E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12AEFE0-FA8C-E8BA-247E-13D636FB6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C874B68-8D83-7B40-1E66-F63F35B031B8}"/>
              </a:ext>
            </a:extLst>
          </p:cNvPr>
          <p:cNvSpPr txBox="1"/>
          <p:nvPr/>
        </p:nvSpPr>
        <p:spPr>
          <a:xfrm>
            <a:off x="6097676" y="1361327"/>
            <a:ext cx="6094324" cy="524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Ventaja (Interpretación): 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Puedes explicar exactamente por qué el modelo tomó una decisión.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atinLnBrk="1"/>
            <a:r>
              <a:rPr lang="es-E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Robustez a </a:t>
            </a:r>
            <a:r>
              <a:rPr lang="es-ES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outliers</a:t>
            </a:r>
            <a:r>
              <a:rPr lang="es-E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 </a:t>
            </a:r>
            <a:r>
              <a:rPr lang="es-E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Decisiones basadas en umbrales, no en valores extremos. </a:t>
            </a:r>
          </a:p>
          <a:p>
            <a:pPr latinLnBrk="1"/>
            <a:r>
              <a:rPr lang="es-E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→ Un cliente con ingreso $1M no destruye el modelo.</a:t>
            </a:r>
            <a:endParaRPr lang="es-E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Riesgo (</a:t>
            </a:r>
            <a:r>
              <a:rPr lang="es-E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Underfitting</a:t>
            </a: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): </a:t>
            </a:r>
            <a:r>
              <a:rPr lang="es-E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simplicidad tiene un costo, puede que el modelo no logre capturar la complejidad de las relaciones. 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s-ES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Riesgo (</a:t>
            </a:r>
            <a:r>
              <a:rPr lang="es-E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Overfitting</a:t>
            </a:r>
            <a:r>
              <a:rPr lang="es-E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): </a:t>
            </a:r>
            <a:r>
              <a:rPr lang="es-E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 dejamos que el árbol crezca demasiado, memorizará casos aislados (ruido) en lugar de patrones generales. Aquí vuelve el concepto de Parsimonia: "Poda el árbol para que sea útil".</a:t>
            </a:r>
          </a:p>
        </p:txBody>
      </p:sp>
    </p:spTree>
    <p:extLst>
      <p:ext uri="{BB962C8B-B14F-4D97-AF65-F5344CB8AC3E}">
        <p14:creationId xmlns:p14="http://schemas.microsoft.com/office/powerpoint/2010/main" val="483635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933" y="545121"/>
            <a:ext cx="5004079" cy="794204"/>
          </a:xfrm>
        </p:spPr>
        <p:txBody>
          <a:bodyPr/>
          <a:lstStyle/>
          <a:p>
            <a:pPr latinLnBrk="1"/>
            <a:r>
              <a:rPr lang="es-ES" dirty="0"/>
              <a:t>ENTROPÍA: EL TERMÓMETRO DEL DESORDEN</a:t>
            </a: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96000" y="1560389"/>
            <a:ext cx="6096000" cy="3143111"/>
          </a:xfrm>
        </p:spPr>
        <p:txBody>
          <a:bodyPr>
            <a:noAutofit/>
          </a:bodyPr>
          <a:lstStyle/>
          <a:p>
            <a:pPr latinLnBrk="1"/>
            <a:r>
              <a:rPr lang="es-ES" b="1" dirty="0"/>
              <a:t>CONCEPTO INTUITIVO:</a:t>
            </a:r>
          </a:p>
          <a:p>
            <a:pPr latinLnBrk="1"/>
            <a:r>
              <a:rPr lang="es-ES" dirty="0"/>
              <a:t>¿Qué tan "mezclados" están tus datos?</a:t>
            </a:r>
          </a:p>
          <a:p>
            <a:pPr latinLnBrk="1"/>
            <a:r>
              <a:rPr lang="es-ES" dirty="0"/>
              <a:t>• Entropía ALTA = Caos total (50% sí, 50% no)</a:t>
            </a:r>
          </a:p>
          <a:p>
            <a:pPr latinLnBrk="1"/>
            <a:r>
              <a:rPr lang="es-ES" dirty="0"/>
              <a:t>• Entropía BAJA = Orden perfecto (100% sí, 0% no)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endParaRPr lang="es-ES" dirty="0"/>
          </a:p>
          <a:p>
            <a:pPr latinLnBrk="1"/>
            <a:r>
              <a:rPr lang="es-ES" b="1" dirty="0"/>
              <a:t>EJEMPLO PRÁCTICO:</a:t>
            </a:r>
          </a:p>
          <a:p>
            <a:pPr latinLnBrk="1"/>
            <a:r>
              <a:rPr lang="es-ES" dirty="0"/>
              <a:t>Nodo con 100 clientes:</a:t>
            </a:r>
          </a:p>
          <a:p>
            <a:pPr latinLnBrk="1"/>
            <a:r>
              <a:rPr lang="es-ES" dirty="0"/>
              <a:t>• 50 compran, 50 no → Entropía = 1.0 (máximo desorden)</a:t>
            </a:r>
          </a:p>
          <a:p>
            <a:pPr latinLnBrk="1"/>
            <a:r>
              <a:rPr lang="es-ES" dirty="0"/>
              <a:t>• 90 compran, 10 no → Entropía = 0.47 (más orden)</a:t>
            </a:r>
          </a:p>
          <a:p>
            <a:pPr latinLnBrk="1"/>
            <a:r>
              <a:rPr lang="es-ES" dirty="0"/>
              <a:t>• 100 compran, 0 no → Entropía = 0.0 (orden perfecto)</a:t>
            </a:r>
          </a:p>
          <a:p>
            <a:pPr latinLnBrk="1"/>
            <a:endParaRPr lang="es-ES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8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CHECKLIST DE IMPLEMENTACIÓN</a:t>
            </a:r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114542" y="1260930"/>
            <a:ext cx="6077457" cy="5030116"/>
          </a:xfrm>
        </p:spPr>
        <p:txBody>
          <a:bodyPr>
            <a:noAutofit/>
          </a:bodyPr>
          <a:lstStyle/>
          <a:p>
            <a:pPr latinLnBrk="1"/>
            <a:r>
              <a:rPr lang="es-ES" dirty="0"/>
              <a:t>☑️ </a:t>
            </a:r>
            <a:r>
              <a:rPr lang="es-ES" b="1" dirty="0"/>
              <a:t>CALIDAD DE DATOS</a:t>
            </a:r>
          </a:p>
          <a:p>
            <a:pPr latinLnBrk="1"/>
            <a:r>
              <a:rPr lang="es-ES" dirty="0"/>
              <a:t>□ Variables categóricas codificadas (</a:t>
            </a:r>
            <a:r>
              <a:rPr lang="es-ES" dirty="0" err="1"/>
              <a:t>LabelEncoder</a:t>
            </a:r>
            <a:r>
              <a:rPr lang="es-ES" dirty="0"/>
              <a:t>/</a:t>
            </a:r>
            <a:r>
              <a:rPr lang="es-ES" dirty="0" err="1"/>
              <a:t>OneHot</a:t>
            </a:r>
            <a:r>
              <a:rPr lang="es-ES" dirty="0"/>
              <a:t>)</a:t>
            </a:r>
          </a:p>
          <a:p>
            <a:pPr latinLnBrk="1"/>
            <a:r>
              <a:rPr lang="es-ES" dirty="0"/>
              <a:t>□ Valores </a:t>
            </a:r>
            <a:r>
              <a:rPr lang="es-ES" dirty="0" err="1"/>
              <a:t>missing</a:t>
            </a:r>
            <a:r>
              <a:rPr lang="es-ES" dirty="0"/>
              <a:t> manejados (árboles los manejan)</a:t>
            </a:r>
          </a:p>
          <a:p>
            <a:pPr latinLnBrk="1"/>
            <a:r>
              <a:rPr lang="es-ES" dirty="0"/>
              <a:t>□ </a:t>
            </a:r>
            <a:r>
              <a:rPr lang="es-ES" dirty="0" err="1"/>
              <a:t>Outliers</a:t>
            </a:r>
            <a:r>
              <a:rPr lang="es-ES" dirty="0"/>
              <a:t> identificados (aunque árboles son robustos)</a:t>
            </a:r>
          </a:p>
          <a:p>
            <a:pPr latinLnBrk="1"/>
            <a:endParaRPr lang="es-ES" dirty="0"/>
          </a:p>
          <a:p>
            <a:pPr latinLnBrk="1"/>
            <a:r>
              <a:rPr lang="es-ES" dirty="0"/>
              <a:t>☑️ </a:t>
            </a:r>
            <a:r>
              <a:rPr lang="es-ES" b="1" dirty="0"/>
              <a:t>ENTRENAMIENTO</a:t>
            </a:r>
          </a:p>
          <a:p>
            <a:pPr latinLnBrk="1"/>
            <a:r>
              <a:rPr lang="es-ES" dirty="0"/>
              <a:t>□ División </a:t>
            </a:r>
            <a:r>
              <a:rPr lang="es-ES" dirty="0" err="1"/>
              <a:t>train</a:t>
            </a:r>
            <a:r>
              <a:rPr lang="es-ES" dirty="0"/>
              <a:t>/test (80/20)</a:t>
            </a:r>
          </a:p>
          <a:p>
            <a:pPr latinLnBrk="1"/>
            <a:r>
              <a:rPr lang="es-ES" dirty="0"/>
              <a:t>□ Validación cruzada para </a:t>
            </a:r>
            <a:r>
              <a:rPr lang="es-ES" dirty="0" err="1"/>
              <a:t>hiperparámetros</a:t>
            </a:r>
            <a:r>
              <a:rPr lang="es-ES" dirty="0"/>
              <a:t> (ejemplo: </a:t>
            </a:r>
          </a:p>
          <a:p>
            <a:pPr latinLnBrk="1"/>
            <a:r>
              <a:rPr lang="es-ES" dirty="0"/>
              <a:t>profundidad del árbol)</a:t>
            </a:r>
          </a:p>
          <a:p>
            <a:pPr latinLnBrk="1"/>
            <a:r>
              <a:rPr lang="es-ES" dirty="0"/>
              <a:t>□ Métricas de evaluación (</a:t>
            </a:r>
            <a:r>
              <a:rPr lang="es-ES" dirty="0" err="1"/>
              <a:t>accuracy</a:t>
            </a:r>
            <a:r>
              <a:rPr lang="es-ES" dirty="0"/>
              <a:t>, </a:t>
            </a:r>
            <a:r>
              <a:rPr lang="es-ES" dirty="0" err="1"/>
              <a:t>recall</a:t>
            </a:r>
            <a:r>
              <a:rPr lang="es-ES" dirty="0"/>
              <a:t>, precisión)</a:t>
            </a:r>
          </a:p>
          <a:p>
            <a:endParaRPr lang="es-ES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96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C2496-EF6A-3729-1F16-DD448DAE5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F8585-9E0F-4C75-784D-E56D75EB1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CHECKLIST DE IMPLEMENTACIÓN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0EAD7F0-2593-6D34-2745-672BB9D7AAF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03A36-750E-C807-03A9-205DBC82AF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14542" y="1260930"/>
            <a:ext cx="6077457" cy="5030116"/>
          </a:xfrm>
        </p:spPr>
        <p:txBody>
          <a:bodyPr>
            <a:noAutofit/>
          </a:bodyPr>
          <a:lstStyle/>
          <a:p>
            <a:pPr latinLnBrk="1"/>
            <a:r>
              <a:rPr lang="es-ES" dirty="0"/>
              <a:t> ☑️ </a:t>
            </a:r>
            <a:r>
              <a:rPr lang="es-ES" b="1" dirty="0"/>
              <a:t>INTERPRETABILIDAD</a:t>
            </a:r>
          </a:p>
          <a:p>
            <a:pPr latinLnBrk="1"/>
            <a:r>
              <a:rPr lang="es-ES" dirty="0"/>
              <a:t>□ Reglas extraídas y documentadas</a:t>
            </a:r>
          </a:p>
          <a:p>
            <a:pPr latinLnBrk="1"/>
            <a:r>
              <a:rPr lang="es-ES" dirty="0"/>
              <a:t>□ Importancia de variables calculada</a:t>
            </a:r>
          </a:p>
          <a:p>
            <a:pPr latinLnBrk="1"/>
            <a:r>
              <a:rPr lang="es-ES" dirty="0"/>
              <a:t>□ Explicación preparada para </a:t>
            </a:r>
            <a:r>
              <a:rPr lang="es-ES" dirty="0" err="1"/>
              <a:t>stakeholders</a:t>
            </a:r>
            <a:endParaRPr lang="es-ES" dirty="0"/>
          </a:p>
          <a:p>
            <a:pPr latinLnBrk="1"/>
            <a:endParaRPr lang="es-ES" dirty="0"/>
          </a:p>
          <a:p>
            <a:pPr latinLnBrk="1"/>
            <a:r>
              <a:rPr lang="es-ES" dirty="0"/>
              <a:t>☑️ </a:t>
            </a:r>
            <a:r>
              <a:rPr lang="es-ES" b="1" dirty="0"/>
              <a:t>MONITORIZACIÓN</a:t>
            </a:r>
          </a:p>
          <a:p>
            <a:pPr latinLnBrk="1"/>
            <a:r>
              <a:rPr lang="es-ES" dirty="0"/>
              <a:t>□ Plan para actualización periódica</a:t>
            </a:r>
          </a:p>
          <a:p>
            <a:pPr latinLnBrk="1"/>
            <a:r>
              <a:rPr lang="es-ES" dirty="0"/>
              <a:t>□ Métricas de desempeño en producción</a:t>
            </a:r>
          </a:p>
          <a:p>
            <a:pPr latinLnBrk="1"/>
            <a:r>
              <a:rPr lang="es-ES" dirty="0"/>
              <a:t>□ Sistema para añadir nuevas reglas manualmente</a:t>
            </a:r>
          </a:p>
          <a:p>
            <a:pPr latinLnBrk="1"/>
            <a:r>
              <a:rPr lang="es-ES" dirty="0"/>
              <a:t>□ Auditoría de decisiones controvertidas</a:t>
            </a:r>
          </a:p>
          <a:p>
            <a:endParaRPr lang="es-ES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D8433DE0-FCB9-B78C-415D-C4B91C17C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720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07545-F6CB-B9A0-E1FD-E87304115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3D276-4F4B-83FF-3804-F1B5173EF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CHECKLIST DE IMPLEMENTACIÓN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696E4F03-6F21-17DC-ABCE-9715663A0E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F4AD8-C54F-76F3-0C4F-6BBC8BDFFD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14542" y="1260930"/>
            <a:ext cx="6077457" cy="5030116"/>
          </a:xfrm>
        </p:spPr>
        <p:txBody>
          <a:bodyPr>
            <a:noAutofit/>
          </a:bodyPr>
          <a:lstStyle/>
          <a:p>
            <a:pPr latinLnBrk="1"/>
            <a:r>
              <a:rPr lang="es-ES" dirty="0"/>
              <a:t> </a:t>
            </a:r>
          </a:p>
          <a:p>
            <a:pPr latinLnBrk="1"/>
            <a:endParaRPr lang="es-ES" dirty="0"/>
          </a:p>
          <a:p>
            <a:pPr latinLnBrk="1"/>
            <a:endParaRPr lang="es-ES" dirty="0"/>
          </a:p>
          <a:p>
            <a:pPr latinLnBrk="1"/>
            <a:r>
              <a:rPr lang="es-ES" dirty="0"/>
              <a:t>☑️ ÉTICA Y CUMPLIMIENTO</a:t>
            </a:r>
          </a:p>
          <a:p>
            <a:pPr latinLnBrk="1"/>
            <a:r>
              <a:rPr lang="es-ES" dirty="0"/>
              <a:t>□ Variables sensibles excluidas (género, etnia, etc.)</a:t>
            </a:r>
          </a:p>
          <a:p>
            <a:pPr latinLnBrk="1"/>
            <a:r>
              <a:rPr lang="es-ES" dirty="0"/>
              <a:t>□ Sesgos evaluados en diferentes grupos</a:t>
            </a:r>
          </a:p>
          <a:p>
            <a:pPr latinLnBrk="1"/>
            <a:r>
              <a:rPr lang="es-ES" dirty="0"/>
              <a:t>□ Cumplimiento con regulaciones (GDPR, etc.)</a:t>
            </a:r>
          </a:p>
          <a:p>
            <a:pPr latinLnBrk="1"/>
            <a:r>
              <a:rPr lang="es-ES" dirty="0"/>
              <a:t>□ Mecanismo de apelación humana</a:t>
            </a:r>
          </a:p>
          <a:p>
            <a:endParaRPr lang="es-ES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2C7E649F-DECF-D27A-65E4-D2B2AC9C4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36402"/>
      </p:ext>
    </p:extLst>
  </p:cSld>
  <p:clrMapOvr>
    <a:masterClrMapping/>
  </p:clrMapOvr>
</p:sld>
</file>

<file path=ppt/theme/theme1.xml><?xml version="1.0" encoding="utf-8"?>
<a:theme xmlns:a="http://schemas.openxmlformats.org/drawingml/2006/main" name="Neon Horizon">
  <a:themeElements>
    <a:clrScheme name="Neon Horizon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C7C7C7"/>
      </a:accent1>
      <a:accent2>
        <a:srgbClr val="0048CF"/>
      </a:accent2>
      <a:accent3>
        <a:srgbClr val="FF3F00"/>
      </a:accent3>
      <a:accent4>
        <a:srgbClr val="FEB800"/>
      </a:accent4>
      <a:accent5>
        <a:srgbClr val="FFFFFF"/>
      </a:accent5>
      <a:accent6>
        <a:srgbClr val="000000"/>
      </a:accent6>
      <a:hlink>
        <a:srgbClr val="0097A7"/>
      </a:hlink>
      <a:folHlink>
        <a:srgbClr val="0BD4D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F74CF8-C475-41F2-8E94-90D84961E5C9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1641</TotalTime>
  <Words>504</Words>
  <Application>Microsoft Office PowerPoint</Application>
  <PresentationFormat>Panorámica</PresentationFormat>
  <Paragraphs>66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Gill Sans MT</vt:lpstr>
      <vt:lpstr>Neon Horizon</vt:lpstr>
      <vt:lpstr>🚀 De mirar el pasado a anticipar el futuro</vt:lpstr>
      <vt:lpstr>Árboles de Decisión: La lógica de las reglas de negocio.</vt:lpstr>
      <vt:lpstr>¿Cómo "piensa" un Árbol?</vt:lpstr>
      <vt:lpstr>Ventajas e Inconvenientes</vt:lpstr>
      <vt:lpstr>ENTROPÍA: EL TERMÓMETRO DEL DESORDEN  </vt:lpstr>
      <vt:lpstr>CHECKLIST DE IMPLEMENTACIÓN</vt:lpstr>
      <vt:lpstr>CHECKLIST DE IMPLEMENTACIÓN</vt:lpstr>
      <vt:lpstr>CHECKLIST DE IMPLEMENTACIÓN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Frometa</dc:creator>
  <cp:lastModifiedBy>Jorge Israel Frómeta Moya</cp:lastModifiedBy>
  <cp:revision>17</cp:revision>
  <dcterms:created xsi:type="dcterms:W3CDTF">2025-09-12T17:31:23Z</dcterms:created>
  <dcterms:modified xsi:type="dcterms:W3CDTF">2026-01-25T10:44:16Z</dcterms:modified>
</cp:coreProperties>
</file>